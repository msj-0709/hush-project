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sldIdLst>
    <p:sldId id="256" r:id="rId5"/>
    <p:sldId id="258" r:id="rId6"/>
    <p:sldId id="259" r:id="rId7"/>
    <p:sldId id="260" r:id="rId8"/>
    <p:sldId id="261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C78295-1128-4F8D-BAB1-C77992D484D3}" v="47" dt="2025-06-05T06:58:24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ACEE6-C755-44FF-84AD-40DC5B46DD32}" type="datetimeFigureOut">
              <a:rPr lang="ko-KR" altLang="en-US" smtClean="0"/>
              <a:t>2025-06-05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C5DAC-DCE7-42D7-890E-C5B2B4351C7D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6661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ACEE6-C755-44FF-84AD-40DC5B46DD32}" type="datetimeFigureOut">
              <a:rPr lang="ko-KR" altLang="en-US" smtClean="0"/>
              <a:t>2025-06-05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C5DAC-DCE7-42D7-890E-C5B2B4351C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2393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ACEE6-C755-44FF-84AD-40DC5B46DD32}" type="datetimeFigureOut">
              <a:rPr lang="ko-KR" altLang="en-US" smtClean="0"/>
              <a:t>2025-06-05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C5DAC-DCE7-42D7-890E-C5B2B4351C7D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45935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ACEE6-C755-44FF-84AD-40DC5B46DD32}" type="datetimeFigureOut">
              <a:rPr lang="ko-KR" altLang="en-US" smtClean="0"/>
              <a:t>2025-06-05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C5DAC-DCE7-42D7-890E-C5B2B4351C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0980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ACEE6-C755-44FF-84AD-40DC5B46DD32}" type="datetimeFigureOut">
              <a:rPr lang="ko-KR" altLang="en-US" smtClean="0"/>
              <a:t>2025-06-05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C5DAC-DCE7-42D7-890E-C5B2B4351C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50365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ACEE6-C755-44FF-84AD-40DC5B46DD32}" type="datetimeFigureOut">
              <a:rPr lang="ko-KR" altLang="en-US" smtClean="0"/>
              <a:t>2025-06-05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C5DAC-DCE7-42D7-890E-C5B2B4351C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0130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ACEE6-C755-44FF-84AD-40DC5B46DD32}" type="datetimeFigureOut">
              <a:rPr lang="ko-KR" altLang="en-US" smtClean="0"/>
              <a:t>2025-06-05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C5DAC-DCE7-42D7-890E-C5B2B4351C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090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F58ACEE6-C755-44FF-84AD-40DC5B46DD32}" type="datetimeFigureOut">
              <a:rPr lang="ko-KR" altLang="en-US" smtClean="0"/>
              <a:t>2025-06-05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C1C5DAC-DCE7-42D7-890E-C5B2B4351C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3971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ACEE6-C755-44FF-84AD-40DC5B46DD32}" type="datetimeFigureOut">
              <a:rPr lang="ko-KR" altLang="en-US" smtClean="0"/>
              <a:t>2025-06-05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C5DAC-DCE7-42D7-890E-C5B2B4351C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8041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ACEE6-C755-44FF-84AD-40DC5B46DD32}" type="datetimeFigureOut">
              <a:rPr lang="ko-KR" altLang="en-US" smtClean="0"/>
              <a:t>2025-06-05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C5DAC-DCE7-42D7-890E-C5B2B4351C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3160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ACEE6-C755-44FF-84AD-40DC5B46DD32}" type="datetimeFigureOut">
              <a:rPr lang="ko-KR" altLang="en-US" smtClean="0"/>
              <a:t>2025-06-05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C5DAC-DCE7-42D7-890E-C5B2B4351C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20640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F58ACEE6-C755-44FF-84AD-40DC5B46DD32}" type="datetimeFigureOut">
              <a:rPr lang="ko-KR" altLang="en-US" smtClean="0"/>
              <a:t>2025-06-05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C1C5DAC-DCE7-42D7-890E-C5B2B4351C7D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2362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97A31A77-470C-0FE3-F9F7-7BF6DCE044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sz="4000" b="1" dirty="0"/>
              <a:t>관리자 화면 설계</a:t>
            </a:r>
          </a:p>
        </p:txBody>
      </p:sp>
    </p:spTree>
    <p:extLst>
      <p:ext uri="{BB962C8B-B14F-4D97-AF65-F5344CB8AC3E}">
        <p14:creationId xmlns:p14="http://schemas.microsoft.com/office/powerpoint/2010/main" val="3852614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EA288D1-3ACB-EC27-4DDD-22D6858E788C}"/>
              </a:ext>
            </a:extLst>
          </p:cNvPr>
          <p:cNvSpPr/>
          <p:nvPr/>
        </p:nvSpPr>
        <p:spPr>
          <a:xfrm>
            <a:off x="184559" y="905347"/>
            <a:ext cx="9059030" cy="52859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904775F-F7BA-A5CF-414C-10C24F66C79D}"/>
              </a:ext>
            </a:extLst>
          </p:cNvPr>
          <p:cNvSpPr/>
          <p:nvPr/>
        </p:nvSpPr>
        <p:spPr>
          <a:xfrm>
            <a:off x="9297908" y="179748"/>
            <a:ext cx="2709533" cy="60115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1B95CC9-D9D3-2DE2-8BD7-8087BF97919C}"/>
              </a:ext>
            </a:extLst>
          </p:cNvPr>
          <p:cNvSpPr/>
          <p:nvPr/>
        </p:nvSpPr>
        <p:spPr>
          <a:xfrm>
            <a:off x="3712125" y="2663080"/>
            <a:ext cx="2003898" cy="40856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id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03AB10F-FDF9-A3C0-0326-BD863CB815D0}"/>
              </a:ext>
            </a:extLst>
          </p:cNvPr>
          <p:cNvSpPr/>
          <p:nvPr/>
        </p:nvSpPr>
        <p:spPr>
          <a:xfrm>
            <a:off x="3712125" y="3218974"/>
            <a:ext cx="2003898" cy="4011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password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C8D5269-4385-D3D7-B42C-BF795F0C51EB}"/>
              </a:ext>
            </a:extLst>
          </p:cNvPr>
          <p:cNvSpPr/>
          <p:nvPr/>
        </p:nvSpPr>
        <p:spPr>
          <a:xfrm>
            <a:off x="3712125" y="3884272"/>
            <a:ext cx="2003898" cy="4085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Login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EE2E3B-CCAF-5C1D-392F-27FE9B9EBB80}"/>
              </a:ext>
            </a:extLst>
          </p:cNvPr>
          <p:cNvSpPr txBox="1"/>
          <p:nvPr/>
        </p:nvSpPr>
        <p:spPr>
          <a:xfrm>
            <a:off x="184559" y="403932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1. </a:t>
            </a:r>
            <a:r>
              <a:rPr lang="ko-KR" altLang="en-US" b="1" dirty="0"/>
              <a:t>로그인 화면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F2168C8-3B96-DB23-C7EE-C60F193F4490}"/>
              </a:ext>
            </a:extLst>
          </p:cNvPr>
          <p:cNvSpPr txBox="1"/>
          <p:nvPr/>
        </p:nvSpPr>
        <p:spPr>
          <a:xfrm>
            <a:off x="9445557" y="403932"/>
            <a:ext cx="1395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Id</a:t>
            </a:r>
            <a:r>
              <a:rPr lang="ko-KR" altLang="en-US" dirty="0"/>
              <a:t>와 </a:t>
            </a:r>
            <a:r>
              <a:rPr lang="en-US" altLang="ko-KR" dirty="0"/>
              <a:t>pw</a:t>
            </a:r>
            <a:r>
              <a:rPr lang="ko-KR" altLang="en-US" dirty="0"/>
              <a:t>입력</a:t>
            </a:r>
          </a:p>
        </p:txBody>
      </p:sp>
    </p:spTree>
    <p:extLst>
      <p:ext uri="{BB962C8B-B14F-4D97-AF65-F5344CB8AC3E}">
        <p14:creationId xmlns:p14="http://schemas.microsoft.com/office/powerpoint/2010/main" val="3125171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44C22-47C8-F407-9D27-4464DAC08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FB0754F-34EC-DDE6-DF41-1B88F6013E9A}"/>
              </a:ext>
            </a:extLst>
          </p:cNvPr>
          <p:cNvSpPr/>
          <p:nvPr/>
        </p:nvSpPr>
        <p:spPr>
          <a:xfrm>
            <a:off x="184559" y="905347"/>
            <a:ext cx="9059030" cy="52859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99ECC1C-F310-8630-538A-B1696F301923}"/>
              </a:ext>
            </a:extLst>
          </p:cNvPr>
          <p:cNvSpPr/>
          <p:nvPr/>
        </p:nvSpPr>
        <p:spPr>
          <a:xfrm>
            <a:off x="9297908" y="179748"/>
            <a:ext cx="2709533" cy="60115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A5C6983B-DD15-FC30-DE33-C7F6387C6CE7}"/>
              </a:ext>
            </a:extLst>
          </p:cNvPr>
          <p:cNvSpPr/>
          <p:nvPr/>
        </p:nvSpPr>
        <p:spPr>
          <a:xfrm>
            <a:off x="505838" y="1245140"/>
            <a:ext cx="8365788" cy="110895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29783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51E02-C354-15B4-A319-670C9BD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7B322705-997C-E144-2490-41FC9C7F23D2}"/>
              </a:ext>
            </a:extLst>
          </p:cNvPr>
          <p:cNvSpPr/>
          <p:nvPr/>
        </p:nvSpPr>
        <p:spPr>
          <a:xfrm>
            <a:off x="184559" y="905347"/>
            <a:ext cx="9059030" cy="52859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31DDD20-BE9E-0132-1482-EC4C8B2BBE02}"/>
              </a:ext>
            </a:extLst>
          </p:cNvPr>
          <p:cNvSpPr/>
          <p:nvPr/>
        </p:nvSpPr>
        <p:spPr>
          <a:xfrm>
            <a:off x="9297908" y="179748"/>
            <a:ext cx="2709533" cy="60115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7547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1EE00-F3CF-8DB7-F1E2-90A91F7ED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0B6C6D5A-A54B-4575-7D43-D767FBE547B0}"/>
              </a:ext>
            </a:extLst>
          </p:cNvPr>
          <p:cNvSpPr/>
          <p:nvPr/>
        </p:nvSpPr>
        <p:spPr>
          <a:xfrm>
            <a:off x="184559" y="905347"/>
            <a:ext cx="9059030" cy="52859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DB5222B-184F-61E8-853C-D813EA7EA697}"/>
              </a:ext>
            </a:extLst>
          </p:cNvPr>
          <p:cNvSpPr/>
          <p:nvPr/>
        </p:nvSpPr>
        <p:spPr>
          <a:xfrm>
            <a:off x="9297908" y="179748"/>
            <a:ext cx="2709533" cy="60115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0681455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1E774B426E055849B441ECC8369879B0" ma:contentTypeVersion="8" ma:contentTypeDescription="새 문서를 만듭니다." ma:contentTypeScope="" ma:versionID="9068642751f2cf013f3cc01b70c42c86">
  <xsd:schema xmlns:xsd="http://www.w3.org/2001/XMLSchema" xmlns:xs="http://www.w3.org/2001/XMLSchema" xmlns:p="http://schemas.microsoft.com/office/2006/metadata/properties" xmlns:ns3="dd3f898b-a552-43cf-8c13-27667718d721" targetNamespace="http://schemas.microsoft.com/office/2006/metadata/properties" ma:root="true" ma:fieldsID="5101e1b840c40ca8b770ab5a0196a279" ns3:_="">
    <xsd:import namespace="dd3f898b-a552-43cf-8c13-27667718d72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DateTaken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3f898b-a552-43cf-8c13-27667718d72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2BBEDDF8-8A84-4F17-984E-AFBD2B131AC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d3f898b-a552-43cf-8c13-27667718d72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60F5016-C253-4EB4-85FB-5F219558131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3E9B01A-AA5E-4C4C-9B19-B8752E4B66DA}">
  <ds:schemaRefs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schemas.microsoft.com/office/infopath/2007/PartnerControls"/>
    <ds:schemaRef ds:uri="http://www.w3.org/XML/1998/namespace"/>
    <ds:schemaRef ds:uri="http://purl.org/dc/terms/"/>
    <ds:schemaRef ds:uri="http://purl.org/dc/dcmitype/"/>
    <ds:schemaRef ds:uri="http://purl.org/dc/elements/1.1/"/>
    <ds:schemaRef ds:uri="dd3f898b-a552-43cf-8c13-27667718d721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31</TotalTime>
  <Words>14</Words>
  <Application>Microsoft Office PowerPoint</Application>
  <PresentationFormat>와이드스크린</PresentationFormat>
  <Paragraphs>6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Calibri</vt:lpstr>
      <vt:lpstr>Calibri Light</vt:lpstr>
      <vt:lpstr>추억</vt:lpstr>
      <vt:lpstr>관리자 화면 설계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문 서정</dc:creator>
  <cp:lastModifiedBy>문 서정</cp:lastModifiedBy>
  <cp:revision>2</cp:revision>
  <dcterms:created xsi:type="dcterms:W3CDTF">2025-06-05T06:47:01Z</dcterms:created>
  <dcterms:modified xsi:type="dcterms:W3CDTF">2025-06-05T07:18:57Z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0x0101001E774B426E055849B441ECC8369879B0</vt:lpwstr>
  </property>
</Properties>
</file>