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C78295-1128-4F8D-BAB1-C77992D484D3}" v="47" dt="2025-06-05T06:58:24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66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39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59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980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03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13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9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971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0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16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06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58ACEE6-C755-44FF-84AD-40DC5B46DD32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C1C5DAC-DCE7-42D7-890E-C5B2B4351C7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3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7A31A77-470C-0FE3-F9F7-7BF6DCE044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/>
              <a:t>관리자 화면 설계</a:t>
            </a:r>
          </a:p>
        </p:txBody>
      </p:sp>
    </p:spTree>
    <p:extLst>
      <p:ext uri="{BB962C8B-B14F-4D97-AF65-F5344CB8AC3E}">
        <p14:creationId xmlns:p14="http://schemas.microsoft.com/office/powerpoint/2010/main" val="385261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EA288D1-3ACB-EC27-4DDD-22D6858E788C}"/>
              </a:ext>
            </a:extLst>
          </p:cNvPr>
          <p:cNvSpPr/>
          <p:nvPr/>
        </p:nvSpPr>
        <p:spPr>
          <a:xfrm>
            <a:off x="184559" y="905347"/>
            <a:ext cx="9059030" cy="5285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04775F-F7BA-A5CF-414C-10C24F66C79D}"/>
              </a:ext>
            </a:extLst>
          </p:cNvPr>
          <p:cNvSpPr/>
          <p:nvPr/>
        </p:nvSpPr>
        <p:spPr>
          <a:xfrm>
            <a:off x="9297908" y="179748"/>
            <a:ext cx="2709533" cy="60115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B95CC9-D9D3-2DE2-8BD7-8087BF97919C}"/>
              </a:ext>
            </a:extLst>
          </p:cNvPr>
          <p:cNvSpPr/>
          <p:nvPr/>
        </p:nvSpPr>
        <p:spPr>
          <a:xfrm>
            <a:off x="3712125" y="2663080"/>
            <a:ext cx="2003898" cy="4085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3AB10F-FDF9-A3C0-0326-BD863CB815D0}"/>
              </a:ext>
            </a:extLst>
          </p:cNvPr>
          <p:cNvSpPr/>
          <p:nvPr/>
        </p:nvSpPr>
        <p:spPr>
          <a:xfrm>
            <a:off x="3712125" y="3218974"/>
            <a:ext cx="2003898" cy="401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password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8D5269-4385-D3D7-B42C-BF795F0C51EB}"/>
              </a:ext>
            </a:extLst>
          </p:cNvPr>
          <p:cNvSpPr/>
          <p:nvPr/>
        </p:nvSpPr>
        <p:spPr>
          <a:xfrm>
            <a:off x="3712125" y="3884272"/>
            <a:ext cx="2003898" cy="408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EE2E3B-CCAF-5C1D-392F-27FE9B9EBB80}"/>
              </a:ext>
            </a:extLst>
          </p:cNvPr>
          <p:cNvSpPr txBox="1"/>
          <p:nvPr/>
        </p:nvSpPr>
        <p:spPr>
          <a:xfrm>
            <a:off x="184559" y="403932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로그인 화면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168C8-3B96-DB23-C7EE-C60F193F4490}"/>
              </a:ext>
            </a:extLst>
          </p:cNvPr>
          <p:cNvSpPr txBox="1"/>
          <p:nvPr/>
        </p:nvSpPr>
        <p:spPr>
          <a:xfrm>
            <a:off x="9445557" y="403932"/>
            <a:ext cx="139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</a:t>
            </a:r>
            <a:r>
              <a:rPr lang="ko-KR" altLang="en-US" dirty="0"/>
              <a:t>와 </a:t>
            </a:r>
            <a:r>
              <a:rPr lang="en-US" altLang="ko-KR" dirty="0"/>
              <a:t>pw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312517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44C22-47C8-F407-9D27-4464DAC08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FB0754F-34EC-DDE6-DF41-1B88F6013E9A}"/>
              </a:ext>
            </a:extLst>
          </p:cNvPr>
          <p:cNvSpPr/>
          <p:nvPr/>
        </p:nvSpPr>
        <p:spPr>
          <a:xfrm>
            <a:off x="184559" y="905347"/>
            <a:ext cx="9059030" cy="5285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9ECC1C-F310-8630-538A-B1696F301923}"/>
              </a:ext>
            </a:extLst>
          </p:cNvPr>
          <p:cNvSpPr/>
          <p:nvPr/>
        </p:nvSpPr>
        <p:spPr>
          <a:xfrm>
            <a:off x="9297908" y="179748"/>
            <a:ext cx="2709533" cy="60115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5C6983B-DD15-FC30-DE33-C7F6387C6CE7}"/>
              </a:ext>
            </a:extLst>
          </p:cNvPr>
          <p:cNvSpPr/>
          <p:nvPr/>
        </p:nvSpPr>
        <p:spPr>
          <a:xfrm>
            <a:off x="369651" y="1245140"/>
            <a:ext cx="1569926" cy="46011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DAE8996-3E0C-58E4-42D4-1B64BB84AE83}"/>
              </a:ext>
            </a:extLst>
          </p:cNvPr>
          <p:cNvSpPr/>
          <p:nvPr/>
        </p:nvSpPr>
        <p:spPr>
          <a:xfrm>
            <a:off x="2228032" y="1488331"/>
            <a:ext cx="1459149" cy="13091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338CECD-2673-603B-EBF4-32C5377A13AF}"/>
              </a:ext>
            </a:extLst>
          </p:cNvPr>
          <p:cNvSpPr/>
          <p:nvPr/>
        </p:nvSpPr>
        <p:spPr>
          <a:xfrm>
            <a:off x="3936575" y="1488332"/>
            <a:ext cx="1459149" cy="1309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피드 관리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202F992-A08F-2AEA-2CAA-ED5EB2509BB6}"/>
              </a:ext>
            </a:extLst>
          </p:cNvPr>
          <p:cNvSpPr/>
          <p:nvPr/>
        </p:nvSpPr>
        <p:spPr>
          <a:xfrm>
            <a:off x="5645118" y="1488332"/>
            <a:ext cx="1459149" cy="1309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모임 관리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6BC271B-9D10-C7E2-C6C8-D28B552A7185}"/>
              </a:ext>
            </a:extLst>
          </p:cNvPr>
          <p:cNvSpPr/>
          <p:nvPr/>
        </p:nvSpPr>
        <p:spPr>
          <a:xfrm>
            <a:off x="7353661" y="1488331"/>
            <a:ext cx="1459149" cy="13091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권한관리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EB0CF-66A6-FB58-6507-F0E69B6DBC26}"/>
              </a:ext>
            </a:extLst>
          </p:cNvPr>
          <p:cNvSpPr txBox="1"/>
          <p:nvPr/>
        </p:nvSpPr>
        <p:spPr>
          <a:xfrm>
            <a:off x="184559" y="36611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로그인 후 메인 화면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D444E3C-AA33-3BBC-1499-0E05AF3A56D4}"/>
              </a:ext>
            </a:extLst>
          </p:cNvPr>
          <p:cNvSpPr/>
          <p:nvPr/>
        </p:nvSpPr>
        <p:spPr>
          <a:xfrm>
            <a:off x="2063809" y="1245140"/>
            <a:ext cx="6873233" cy="1769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ABD06-EAB6-AB7F-8D67-1B0612D4CA93}"/>
              </a:ext>
            </a:extLst>
          </p:cNvPr>
          <p:cNvSpPr txBox="1"/>
          <p:nvPr/>
        </p:nvSpPr>
        <p:spPr>
          <a:xfrm>
            <a:off x="9445557" y="403932"/>
            <a:ext cx="1675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Q</a:t>
            </a:r>
          </a:p>
          <a:p>
            <a:r>
              <a:rPr lang="ko-KR" altLang="en-US" dirty="0"/>
              <a:t>화면 구성여부 </a:t>
            </a:r>
            <a:endParaRPr lang="en-US" altLang="ko-KR" dirty="0"/>
          </a:p>
          <a:p>
            <a:r>
              <a:rPr lang="ko-KR" altLang="en-US" dirty="0"/>
              <a:t>메뉴 구성여부 </a:t>
            </a:r>
            <a:endParaRPr lang="en-US" altLang="ko-KR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58BCC07-B097-5275-0FA5-6D1C04B00BCF}"/>
              </a:ext>
            </a:extLst>
          </p:cNvPr>
          <p:cNvSpPr/>
          <p:nvPr/>
        </p:nvSpPr>
        <p:spPr>
          <a:xfrm>
            <a:off x="2124669" y="3291114"/>
            <a:ext cx="2151217" cy="275771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신고 관리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42279FF-2292-DD70-F974-6D5CB8CB2E7A}"/>
              </a:ext>
            </a:extLst>
          </p:cNvPr>
          <p:cNvSpPr/>
          <p:nvPr/>
        </p:nvSpPr>
        <p:spPr>
          <a:xfrm>
            <a:off x="4275886" y="3286815"/>
            <a:ext cx="2292350" cy="2757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1:1 </a:t>
            </a:r>
            <a:r>
              <a:rPr lang="ko-KR" altLang="en-US" dirty="0">
                <a:solidFill>
                  <a:schemeClr val="tx1"/>
                </a:solidFill>
              </a:rPr>
              <a:t>문의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1328566-02D2-EE1D-812E-E9037727A8A5}"/>
              </a:ext>
            </a:extLst>
          </p:cNvPr>
          <p:cNvSpPr/>
          <p:nvPr/>
        </p:nvSpPr>
        <p:spPr>
          <a:xfrm>
            <a:off x="6568236" y="3291114"/>
            <a:ext cx="2368805" cy="2757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공지 관리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A125DB15-7715-8F00-AD81-39A79376B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027433"/>
              </p:ext>
            </p:extLst>
          </p:nvPr>
        </p:nvGraphicFramePr>
        <p:xfrm>
          <a:off x="2124669" y="3571183"/>
          <a:ext cx="6812372" cy="227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093">
                  <a:extLst>
                    <a:ext uri="{9D8B030D-6E8A-4147-A177-3AD203B41FA5}">
                      <a16:colId xmlns:a16="http://schemas.microsoft.com/office/drawing/2014/main" val="3458199729"/>
                    </a:ext>
                  </a:extLst>
                </a:gridCol>
                <a:gridCol w="1703093">
                  <a:extLst>
                    <a:ext uri="{9D8B030D-6E8A-4147-A177-3AD203B41FA5}">
                      <a16:colId xmlns:a16="http://schemas.microsoft.com/office/drawing/2014/main" val="1255691649"/>
                    </a:ext>
                  </a:extLst>
                </a:gridCol>
                <a:gridCol w="1703093">
                  <a:extLst>
                    <a:ext uri="{9D8B030D-6E8A-4147-A177-3AD203B41FA5}">
                      <a16:colId xmlns:a16="http://schemas.microsoft.com/office/drawing/2014/main" val="3181022075"/>
                    </a:ext>
                  </a:extLst>
                </a:gridCol>
                <a:gridCol w="1703093">
                  <a:extLst>
                    <a:ext uri="{9D8B030D-6E8A-4147-A177-3AD203B41FA5}">
                      <a16:colId xmlns:a16="http://schemas.microsoft.com/office/drawing/2014/main" val="960724525"/>
                    </a:ext>
                  </a:extLst>
                </a:gridCol>
              </a:tblGrid>
              <a:tr h="45502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91739"/>
                  </a:ext>
                </a:extLst>
              </a:tr>
              <a:tr h="45502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575560"/>
                  </a:ext>
                </a:extLst>
              </a:tr>
              <a:tr h="45502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090399"/>
                  </a:ext>
                </a:extLst>
              </a:tr>
              <a:tr h="45502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170042"/>
                  </a:ext>
                </a:extLst>
              </a:tr>
              <a:tr h="45502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9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97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1E02-C354-15B4-A319-670C9BD4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B322705-997C-E144-2490-41FC9C7F23D2}"/>
              </a:ext>
            </a:extLst>
          </p:cNvPr>
          <p:cNvSpPr/>
          <p:nvPr/>
        </p:nvSpPr>
        <p:spPr>
          <a:xfrm>
            <a:off x="184559" y="905347"/>
            <a:ext cx="9059030" cy="5285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1DDD20-BE9E-0132-1482-EC4C8B2BBE02}"/>
              </a:ext>
            </a:extLst>
          </p:cNvPr>
          <p:cNvSpPr/>
          <p:nvPr/>
        </p:nvSpPr>
        <p:spPr>
          <a:xfrm>
            <a:off x="9297908" y="179748"/>
            <a:ext cx="2709533" cy="60115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DCD9B4-B058-F4D2-101A-639091ED0D52}"/>
              </a:ext>
            </a:extLst>
          </p:cNvPr>
          <p:cNvSpPr txBox="1"/>
          <p:nvPr/>
        </p:nvSpPr>
        <p:spPr>
          <a:xfrm>
            <a:off x="184559" y="36611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사용자 관리</a:t>
            </a:r>
          </a:p>
        </p:txBody>
      </p:sp>
    </p:spTree>
    <p:extLst>
      <p:ext uri="{BB962C8B-B14F-4D97-AF65-F5344CB8AC3E}">
        <p14:creationId xmlns:p14="http://schemas.microsoft.com/office/powerpoint/2010/main" val="195754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EE00-F3CF-8DB7-F1E2-90A91F7E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B6C6D5A-A54B-4575-7D43-D767FBE547B0}"/>
              </a:ext>
            </a:extLst>
          </p:cNvPr>
          <p:cNvSpPr/>
          <p:nvPr/>
        </p:nvSpPr>
        <p:spPr>
          <a:xfrm>
            <a:off x="184559" y="905347"/>
            <a:ext cx="9059030" cy="5285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B5222B-184F-61E8-853C-D813EA7EA697}"/>
              </a:ext>
            </a:extLst>
          </p:cNvPr>
          <p:cNvSpPr/>
          <p:nvPr/>
        </p:nvSpPr>
        <p:spPr>
          <a:xfrm>
            <a:off x="9297908" y="179748"/>
            <a:ext cx="2709533" cy="60115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68145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E774B426E055849B441ECC8369879B0" ma:contentTypeVersion="8" ma:contentTypeDescription="새 문서를 만듭니다." ma:contentTypeScope="" ma:versionID="9068642751f2cf013f3cc01b70c42c86">
  <xsd:schema xmlns:xsd="http://www.w3.org/2001/XMLSchema" xmlns:xs="http://www.w3.org/2001/XMLSchema" xmlns:p="http://schemas.microsoft.com/office/2006/metadata/properties" xmlns:ns3="dd3f898b-a552-43cf-8c13-27667718d721" targetNamespace="http://schemas.microsoft.com/office/2006/metadata/properties" ma:root="true" ma:fieldsID="5101e1b840c40ca8b770ab5a0196a279" ns3:_="">
    <xsd:import namespace="dd3f898b-a552-43cf-8c13-27667718d72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f898b-a552-43cf-8c13-27667718d7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E9B01A-AA5E-4C4C-9B19-B8752E4B66DA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http://purl.org/dc/dcmitype/"/>
    <ds:schemaRef ds:uri="http://purl.org/dc/elements/1.1/"/>
    <ds:schemaRef ds:uri="dd3f898b-a552-43cf-8c13-27667718d721"/>
  </ds:schemaRefs>
</ds:datastoreItem>
</file>

<file path=customXml/itemProps2.xml><?xml version="1.0" encoding="utf-8"?>
<ds:datastoreItem xmlns:ds="http://schemas.openxmlformats.org/officeDocument/2006/customXml" ds:itemID="{660F5016-C253-4EB4-85FB-5F21955813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BEDDF8-8A84-4F17-984E-AFBD2B131A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3f898b-a552-43cf-8c13-27667718d7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</TotalTime>
  <Words>42</Words>
  <Application>Microsoft Office PowerPoint</Application>
  <PresentationFormat>와이드스크린</PresentationFormat>
  <Paragraphs>18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추억</vt:lpstr>
      <vt:lpstr>관리자 화면 설계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 서정</dc:creator>
  <cp:lastModifiedBy>문 서정</cp:lastModifiedBy>
  <cp:revision>28</cp:revision>
  <dcterms:created xsi:type="dcterms:W3CDTF">2025-06-05T06:47:01Z</dcterms:created>
  <dcterms:modified xsi:type="dcterms:W3CDTF">2025-06-20T07:59:54Z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0x0101001E774B426E055849B441ECC8369879B0</vt:lpwstr>
  </property>
</Properties>
</file>